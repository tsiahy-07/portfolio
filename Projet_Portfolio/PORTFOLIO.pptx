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76BB10-3551-F410-9688-114F88548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1154A0-9A44-4743-2392-4DCAC3D4C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2B56CA-4094-D4C7-4690-9A5F3AB1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EE4B5C-5CE8-3D88-9D93-6645E3BA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A7C0F9-4E0C-7CAF-4E15-BC1517441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76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F9CB3-C1F3-2C41-D753-A60E11966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F2C241-8991-DAF2-1DD2-D81D80F7D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599A9B-24E4-6EF5-B798-A028CC3A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8AE510-380B-10A6-EF91-A4209E3A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9A1E6-F239-3BD0-2EBB-E5C12BF9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293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062F99-5F32-B55C-CD28-ABECC5C2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AE80E4-CA6A-6945-982C-A742AFFD1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961BA5-18CB-68BE-B89B-79A8D947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884778-7001-7A44-A819-F4254D47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E56BF1-21C9-20B5-510E-EAC79091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3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3925A-6F12-F231-9EBF-2C15333B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F97C23-9107-1276-2F41-7DA0C556F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18E3A09-B41F-9427-F5D7-A737D551A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5D977A-F0FE-5C80-83A7-5E1D851F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3E67D1-EDA4-8025-6C80-60BF42A5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28D291-8D1D-7C2B-380A-7508F988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0391F1-AFF2-9AFC-4A84-1B83EF32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B007D9-0D79-F4EA-26F1-DDD57B93D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0A1286-EE5A-2EBA-94BE-DFE45E6DD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7D6DBF-96DE-375B-BDB0-29D133781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DB84BA6-25EF-1039-D602-97FE81B6D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F4C8D2A-39DB-3A1F-83B9-6347C2E8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997BFF-0677-235D-0B5A-3C69F6C0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CC7179-0E16-2906-14EC-36724826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30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C7831B-7A2D-9017-3606-234F73DF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ACC041-A387-111D-B87E-54E190E5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D0247F-620E-4F16-857F-9334F678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79C395-7A65-AB5A-7212-18C26A15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32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19AFF8-40BA-08AB-1ADC-946FB209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E93DD5-07B4-EE0D-A139-B2C747F2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35BA59-437E-6E0F-C408-422E225D8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21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44F68-AA31-F0AA-CB31-1E71E9FA4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3E744E-5AC0-0426-9843-A4C227685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D0CDFE-BD62-2F76-62B7-C70495C37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F94E1C-826B-FFF5-3D19-044250C8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E0EAA1-6381-2E18-0530-F8CB32CC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A0618B-65B2-6E7B-BD4D-49931F3D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965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050798-860D-69E5-8C24-AE9AF642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0982B1-DBE2-DAC1-5650-C01D9A069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D9C6F7-3B80-E146-C631-4C11E78C9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4FDAD2-0C44-8885-45BF-E9642DA5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890F0C-B32B-AA90-C5DF-113AF987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C9ED3B-F510-9A68-4F86-E186D7EC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48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BD2ED0-44D5-D3C5-2423-4675D45E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E02994-EACA-F37D-5D61-7E99E66F1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9788F7-3905-D718-40D7-03217945E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0A93D2-4D55-C1EB-BDA1-044A77DA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7148C3-CF14-81B8-9D5A-CBBC7A0F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3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0D6240B-2027-7679-2DAA-8001DA180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83A39F-CA6D-016D-B0E0-8A63AAF65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1199AE-D4D3-CCDF-1066-51DFDAED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511650-A3CC-FD43-E81B-943961D8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489C67-A910-7396-F867-AB47DF6C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01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5C1C416-917C-073B-F3D7-29374A59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D36596-C083-3892-A0C9-FEC8FBFFF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27FC4E-F48E-7EB8-1F55-D1D79E99B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A5809-C3EF-4D2F-8B6F-96AE4F261DE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F2F883-0973-18D9-8AAF-3054320D9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DA2C2E-9353-2392-F11F-FF6612CFC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012E1-5CEF-4F54-8057-38EF8552F5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08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23CE7AE-D937-A5E4-70D2-54E3E6D4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9202" y="419725"/>
            <a:ext cx="12630403" cy="623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745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E871-5BB4-4FB8-0D97-495F0A6C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E05A0E2-CDB3-4CEF-BAA8-284D1020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020"/>
            <a:ext cx="12192000" cy="576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3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A5F2-B28E-3E18-E1E8-832336D9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6F4A523-3A16-C2BA-EFD9-6A15EE359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959"/>
            <a:ext cx="12192000" cy="595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8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5C9E-FF12-EE1E-6798-303D5113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3D6C18A-F7EC-D094-96E2-B3C587AB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117" y="0"/>
            <a:ext cx="7139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4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1123F-D5F1-C11F-C922-206E588D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E7B965-2644-11F1-8849-7D6134795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4" y="861654"/>
            <a:ext cx="9859751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36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A307E-E1AC-BC7D-5825-2AB8FA83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7B6A594-42A0-1646-FEBE-457D200CD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14" y="0"/>
            <a:ext cx="9123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44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89D8-4A37-D8FE-AB91-E64217E0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B21F7BD-721F-4BC8-5756-21FC5847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935"/>
            <a:ext cx="12192000" cy="411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77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Tsiahy Rajosoanirina</dc:creator>
  <cp:lastModifiedBy>Tsiahy Rajosoanirina</cp:lastModifiedBy>
  <cp:revision>2</cp:revision>
  <dcterms:created xsi:type="dcterms:W3CDTF">2026-06-04T07:21:18Z</dcterms:created>
  <dcterms:modified xsi:type="dcterms:W3CDTF">2026-06-04T07:27:30Z</dcterms:modified>
</cp:coreProperties>
</file>